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RSSI Gain Step Calibration in AD9361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LO (Local Oscillator) &amp; Gain Step Index</a:t>
            </a:r>
          </a:p>
          <a:p>
            <a:pPr lvl="1"/>
            <a:r>
              <a:t>Understanding RSSI behavior in SDR systems</a:t>
            </a:r>
          </a:p>
          <a:p>
            <a:pPr lvl="1"/>
            <a:r>
              <a:t>AGC interaction and calibration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Receiver Signal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Antenna → LNA → Mixer (LO) → TIA → LPF → ADC → Digital</a:t>
            </a:r>
          </a:p>
          <a:p>
            <a:pPr lvl="1"/>
            <a:r>
              <a:t>RSSI measured after ADC</a:t>
            </a:r>
          </a:p>
          <a:p>
            <a:pPr lvl="1"/>
            <a:r>
              <a:t>Includes total analog + digital 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Gain Step Index (GSI)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Discrete gain control mechanism</a:t>
            </a:r>
          </a:p>
          <a:p>
            <a:pPr lvl="1"/>
            <a:r>
              <a:t>Each index = LNA + Mixer + TIA + Digital gain combination</a:t>
            </a:r>
          </a:p>
          <a:p>
            <a:pPr lvl="1"/>
            <a:r>
              <a:t>RSSI_raw = P_in + G_total</a:t>
            </a:r>
          </a:p>
          <a:p>
            <a:pPr lvl="1"/>
            <a:r>
              <a:t>P_in = RSSI_raw - G_total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 sets RF center frequency</a:t>
            </a:r>
          </a:p>
          <a:p>
            <a:pPr lvl="1"/>
            <a:r>
              <a:t>Mixer conversion gain varies with LO frequency</a:t>
            </a:r>
          </a:p>
          <a:p>
            <a:pPr lvl="1"/>
            <a:r>
              <a:t>Gain flatness changes across bands</a:t>
            </a:r>
          </a:p>
          <a:p>
            <a:pPr lvl="1"/>
            <a:r>
              <a:t>G_total = f(GSI, LO_frequency)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RSSI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RSSI = 10 log10((1/N) * Σ(I² + Q²))</a:t>
            </a:r>
          </a:p>
          <a:p>
            <a:pPr lvl="1"/>
            <a:r>
              <a:t>Measured in dBFS internally</a:t>
            </a:r>
          </a:p>
          <a:p>
            <a:pPr lvl="1"/>
            <a:r>
              <a:t>Converted to dBm using gain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known RF power (e.g., -60 dBm)</a:t>
            </a:r>
          </a:p>
          <a:p>
            <a:pPr lvl="1"/>
            <a:r>
              <a:t>Fix LO frequency</a:t>
            </a:r>
          </a:p>
          <a:p>
            <a:pPr lvl="1"/>
            <a:r>
              <a:t>Sweep Gain Step Index</a:t>
            </a:r>
          </a:p>
          <a:p>
            <a:pPr lvl="1"/>
            <a:r>
              <a:t>Store correction per (LO band, GSI)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AGC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AGC dynamically changes GSI</a:t>
            </a:r>
          </a:p>
          <a:p>
            <a:pPr lvl="1"/>
            <a:r>
              <a:t>Without calibration: RSSI fluctuates</a:t>
            </a:r>
          </a:p>
          <a:p>
            <a:pPr lvl="1"/>
            <a:r>
              <a:t>Corrected: P_in = RSSI - GainTable[GSI]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Non-Idealities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Gain ripple across frequency</a:t>
            </a:r>
          </a:p>
          <a:p>
            <a:pPr lvl="1"/>
            <a:r>
              <a:t>Step discontinuities</a:t>
            </a:r>
          </a:p>
          <a:p>
            <a:pPr lvl="1"/>
            <a:r>
              <a:t>Temperature drift</a:t>
            </a:r>
          </a:p>
          <a:p>
            <a:pPr lvl="1"/>
            <a:r>
              <a:t>LO leakage &amp; DC offset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P_in = 10log10((1/N)Σ(I²+Q²)) - G_analog(GSI,LO) - G_digital</a:t>
            </a:r>
          </a:p>
          <a:p>
            <a:pPr lvl="1"/>
            <a:r>
              <a:t>Calibration ensures accurate G_analog mapping</a:t>
            </a:r>
          </a:p>
          <a:p>
            <a:pPr lvl="1"/>
            <a:r>
              <a:t>Enables stable AGC &amp; accurate power 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